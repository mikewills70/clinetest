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6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7309-F08C-673D-3721-9FF75B2C8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572A0-1C2A-6982-83A8-08E91B975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3E4B3-00D0-7A92-4899-CF028AAB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7B928-9D8D-D9AE-2415-CB1158A3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1BCAE-1B3A-7DEC-AC66-60B47459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368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6AEF1-EA64-73DA-9515-03C81DF1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52FB1-E44E-0DD5-09FC-F264359E6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95D9E-C926-9DF3-D88A-B3516863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D4D54-A00F-47D9-6689-5BDF9FF25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9465D-D725-439D-67AF-11401A61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87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F73E-2173-FFE3-71DD-7F407AB7E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0CECE-67B0-B884-21E2-6BB4B038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2D5D5-EB95-B5A4-3104-D130F8B9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503B9-E841-4E5D-9FDA-BE99616D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C00B4-7CB4-C121-4E83-F70AF261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76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9554-3BD5-6895-2C27-7161BACDC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6CC9-3442-9A4E-4F20-EAFA47631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B127F-BC2A-ECFE-DF6B-CCB817B32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DE07A-DF84-D95F-80A6-0D0D7683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8CD3D-770D-711F-495D-DF64033F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53CEB-34C5-538B-94AF-2E62258A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389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383A-DD12-E92C-85BE-824939FD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FFA13-237F-9A7C-60D8-C5AEF8612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90C24-132D-CDB4-C15D-3B968EFEE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B77D6-8440-30A9-EFE5-9FD0781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AC61A-24D0-1897-1B16-7584E339F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1E2273-52F7-25F8-CB6F-3196B4D03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A4085-BBF3-023C-05B6-BE4AF70E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B19E4-364F-D757-3810-1CDA2EAC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71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0D49-AA64-D38B-586C-EC5A4599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A3E0E-917D-2B42-BA52-48FF0B05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7E215-118D-6CFF-2EE9-33903DAA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4B33C-1D9F-79FF-C38A-80230CC4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239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2FD59-3C90-AEE0-45B9-8DF6FCF13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C80774-3A77-5341-39E5-BABA63EB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7BB59-BE50-8322-81AF-CCC33232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43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B300-DF5C-36C9-2282-94D2DAD2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667C-C19D-7236-A436-9A2F080D0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45F06-2365-7E50-E866-9C931447D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BC04A-54AD-570D-AAB1-61216BD5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190A-9B56-9468-6C00-C7DCB61B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1737B-FE36-71FC-27B1-E8EE9B21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21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05E8-302F-13E2-17C9-9F6464C3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0351F-C404-714B-DB2D-07DD0C0D1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B2644-5B25-F6A6-C88C-D78AE1C9F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DFBF1-9672-2C68-0821-5B7E08EAA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AC3AE-49AE-1138-2AC8-5F94E267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60589-1E91-282A-B301-43C060C8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49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E138-1763-B575-5A00-A5045946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072E3-F6B7-40A6-36C9-6431C513A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A6469-9511-A000-5627-F37745B2A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117D9-2131-3A9E-E678-C4A05553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A3AA9-B1AB-2CCC-9841-BABEBDF3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18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FAEE1-118C-D25A-9AF8-D42D77814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D8041C-3AE2-A53F-643E-8EF00BA0A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0357E-1B20-81BA-CD7F-AD81F9C3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1A7DE-848A-B29F-6D90-A12385EA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B393-C45C-AD91-E0E0-1A5FD85B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33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1C8CF2-4DFE-6308-ABFB-86A78CE75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3C3F0-49D1-E5BB-8703-EE177515F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D3EED-F47D-ED5B-380D-88C2C857A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5D618-01F0-4F45-A0A2-05B2FA1235E5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F506F-34E1-B840-6C06-8F280047C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06010-136D-A9EC-3F1D-E739C048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38DB8-CFF4-4B11-8C72-25629796E6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88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A5716EA-9476-AC67-DDA3-4FD879FB5BEB}"/>
              </a:ext>
            </a:extLst>
          </p:cNvPr>
          <p:cNvSpPr/>
          <p:nvPr/>
        </p:nvSpPr>
        <p:spPr>
          <a:xfrm>
            <a:off x="1612231" y="2490537"/>
            <a:ext cx="974558" cy="270108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4F7CB3-C615-65FD-0E4B-77A3CAB1AC2D}"/>
              </a:ext>
            </a:extLst>
          </p:cNvPr>
          <p:cNvSpPr/>
          <p:nvPr/>
        </p:nvSpPr>
        <p:spPr>
          <a:xfrm>
            <a:off x="3070057" y="2490537"/>
            <a:ext cx="97455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2D074A-A4F7-0074-0743-EFED7E99A613}"/>
              </a:ext>
            </a:extLst>
          </p:cNvPr>
          <p:cNvSpPr/>
          <p:nvPr/>
        </p:nvSpPr>
        <p:spPr>
          <a:xfrm>
            <a:off x="4492791" y="2490537"/>
            <a:ext cx="97455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F2424E-3BAD-A4CA-85A3-25A0C7FCB645}"/>
              </a:ext>
            </a:extLst>
          </p:cNvPr>
          <p:cNvSpPr/>
          <p:nvPr/>
        </p:nvSpPr>
        <p:spPr>
          <a:xfrm>
            <a:off x="5922543" y="2490537"/>
            <a:ext cx="97455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61016E-4890-99FF-4DA0-FB212F8B8EB3}"/>
              </a:ext>
            </a:extLst>
          </p:cNvPr>
          <p:cNvSpPr/>
          <p:nvPr/>
        </p:nvSpPr>
        <p:spPr>
          <a:xfrm>
            <a:off x="7352295" y="2490537"/>
            <a:ext cx="974558" cy="270108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A66448-A371-0413-8579-DB4BC7443EB7}"/>
              </a:ext>
            </a:extLst>
          </p:cNvPr>
          <p:cNvCxnSpPr/>
          <p:nvPr/>
        </p:nvCxnSpPr>
        <p:spPr>
          <a:xfrm>
            <a:off x="2099510" y="1455821"/>
            <a:ext cx="0" cy="16122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9E0506-36D8-48A4-B070-3753176F58F1}"/>
              </a:ext>
            </a:extLst>
          </p:cNvPr>
          <p:cNvCxnSpPr/>
          <p:nvPr/>
        </p:nvCxnSpPr>
        <p:spPr>
          <a:xfrm>
            <a:off x="3571373" y="1455821"/>
            <a:ext cx="0" cy="16122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BDD10E-166E-5154-A28C-1C23D3EB1A88}"/>
              </a:ext>
            </a:extLst>
          </p:cNvPr>
          <p:cNvCxnSpPr/>
          <p:nvPr/>
        </p:nvCxnSpPr>
        <p:spPr>
          <a:xfrm>
            <a:off x="4980070" y="1455821"/>
            <a:ext cx="0" cy="16122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670461-5E91-0994-68BB-41DFA8020921}"/>
              </a:ext>
            </a:extLst>
          </p:cNvPr>
          <p:cNvCxnSpPr/>
          <p:nvPr/>
        </p:nvCxnSpPr>
        <p:spPr>
          <a:xfrm>
            <a:off x="6409822" y="1455821"/>
            <a:ext cx="0" cy="16122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F3A1BA-A159-D543-5B4F-BB3DBDF8037D}"/>
              </a:ext>
            </a:extLst>
          </p:cNvPr>
          <p:cNvCxnSpPr/>
          <p:nvPr/>
        </p:nvCxnSpPr>
        <p:spPr>
          <a:xfrm>
            <a:off x="7823532" y="1455821"/>
            <a:ext cx="0" cy="16122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B686B63-F685-F16D-6D6E-A7A31410F3CC}"/>
              </a:ext>
            </a:extLst>
          </p:cNvPr>
          <p:cNvSpPr/>
          <p:nvPr/>
        </p:nvSpPr>
        <p:spPr>
          <a:xfrm>
            <a:off x="2680034" y="2490536"/>
            <a:ext cx="29276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4D462A5-98EB-BC05-9D06-F02869B752E0}"/>
              </a:ext>
            </a:extLst>
          </p:cNvPr>
          <p:cNvSpPr/>
          <p:nvPr/>
        </p:nvSpPr>
        <p:spPr>
          <a:xfrm>
            <a:off x="5549565" y="2490535"/>
            <a:ext cx="29276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91F6EA-CD84-3B60-C0AD-D17DC832A0CF}"/>
              </a:ext>
            </a:extLst>
          </p:cNvPr>
          <p:cNvSpPr/>
          <p:nvPr/>
        </p:nvSpPr>
        <p:spPr>
          <a:xfrm>
            <a:off x="6977312" y="2490535"/>
            <a:ext cx="29276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6E7E5AC-36B7-CFD1-F453-30C4DD35072B}"/>
              </a:ext>
            </a:extLst>
          </p:cNvPr>
          <p:cNvCxnSpPr/>
          <p:nvPr/>
        </p:nvCxnSpPr>
        <p:spPr>
          <a:xfrm flipV="1">
            <a:off x="2826418" y="5196639"/>
            <a:ext cx="0" cy="463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4B9CA6-C827-62CA-F0A1-DB44822D0037}"/>
              </a:ext>
            </a:extLst>
          </p:cNvPr>
          <p:cNvSpPr txBox="1"/>
          <p:nvPr/>
        </p:nvSpPr>
        <p:spPr>
          <a:xfrm>
            <a:off x="2432753" y="5659855"/>
            <a:ext cx="793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Transient</a:t>
            </a:r>
            <a:endParaRPr lang="en-GB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AD5E7E-3459-B185-0623-AC4A0644E328}"/>
              </a:ext>
            </a:extLst>
          </p:cNvPr>
          <p:cNvCxnSpPr/>
          <p:nvPr/>
        </p:nvCxnSpPr>
        <p:spPr>
          <a:xfrm flipV="1">
            <a:off x="2099510" y="5196639"/>
            <a:ext cx="0" cy="463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12C9A3-4410-8314-97F7-2AED9D447964}"/>
              </a:ext>
            </a:extLst>
          </p:cNvPr>
          <p:cNvSpPr txBox="1"/>
          <p:nvPr/>
        </p:nvSpPr>
        <p:spPr>
          <a:xfrm>
            <a:off x="1707918" y="5664868"/>
            <a:ext cx="7660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Dropped</a:t>
            </a:r>
          </a:p>
          <a:p>
            <a:pPr algn="ctr"/>
            <a:r>
              <a:rPr lang="en-US" sz="1200" dirty="0"/>
              <a:t>Beat</a:t>
            </a:r>
            <a:endParaRPr lang="en-GB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D7C66E1-AE55-EA5E-0B35-4CA8C1712D24}"/>
              </a:ext>
            </a:extLst>
          </p:cNvPr>
          <p:cNvCxnSpPr/>
          <p:nvPr/>
        </p:nvCxnSpPr>
        <p:spPr>
          <a:xfrm flipV="1">
            <a:off x="7823532" y="5183741"/>
            <a:ext cx="0" cy="463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D2E9855-BD0C-782A-5523-E8D1CB017FB4}"/>
              </a:ext>
            </a:extLst>
          </p:cNvPr>
          <p:cNvSpPr txBox="1"/>
          <p:nvPr/>
        </p:nvSpPr>
        <p:spPr>
          <a:xfrm>
            <a:off x="7243533" y="5646957"/>
            <a:ext cx="11599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Predicted Beat</a:t>
            </a:r>
            <a:endParaRPr lang="en-GB" sz="12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A127E7-7379-FE4F-AB40-6688BE63CEB6}"/>
              </a:ext>
            </a:extLst>
          </p:cNvPr>
          <p:cNvCxnSpPr>
            <a:cxnSpLocks/>
          </p:cNvCxnSpPr>
          <p:nvPr/>
        </p:nvCxnSpPr>
        <p:spPr>
          <a:xfrm>
            <a:off x="7909759" y="1022684"/>
            <a:ext cx="0" cy="20453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358D3E-5BC0-0E0B-DA07-C47706862ADA}"/>
              </a:ext>
            </a:extLst>
          </p:cNvPr>
          <p:cNvGrpSpPr/>
          <p:nvPr/>
        </p:nvGrpSpPr>
        <p:grpSpPr>
          <a:xfrm>
            <a:off x="2099509" y="1828800"/>
            <a:ext cx="1457827" cy="0"/>
            <a:chOff x="2099509" y="1828800"/>
            <a:chExt cx="1457827" cy="0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86267C6-989C-3DFE-48EE-F54D047E2F8B}"/>
                </a:ext>
              </a:extLst>
            </p:cNvPr>
            <p:cNvCxnSpPr/>
            <p:nvPr/>
          </p:nvCxnSpPr>
          <p:spPr>
            <a:xfrm>
              <a:off x="3070057" y="1828800"/>
              <a:ext cx="4872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8100DE2-F153-B61B-653D-48301B4006FE}"/>
                </a:ext>
              </a:extLst>
            </p:cNvPr>
            <p:cNvCxnSpPr/>
            <p:nvPr/>
          </p:nvCxnSpPr>
          <p:spPr>
            <a:xfrm flipH="1">
              <a:off x="2099509" y="1828800"/>
              <a:ext cx="9705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5D05756-49D5-8650-DB16-4A655C3498EE}"/>
              </a:ext>
            </a:extLst>
          </p:cNvPr>
          <p:cNvSpPr txBox="1"/>
          <p:nvPr/>
        </p:nvSpPr>
        <p:spPr>
          <a:xfrm rot="16200000">
            <a:off x="3167614" y="841871"/>
            <a:ext cx="85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BEAT 1</a:t>
            </a:r>
            <a:endParaRPr lang="en-GB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30A1A2-FB6D-BEA6-6CF1-8C105704AE96}"/>
              </a:ext>
            </a:extLst>
          </p:cNvPr>
          <p:cNvSpPr txBox="1"/>
          <p:nvPr/>
        </p:nvSpPr>
        <p:spPr>
          <a:xfrm rot="16200000">
            <a:off x="4550786" y="841871"/>
            <a:ext cx="85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BEAT 2</a:t>
            </a:r>
            <a:endParaRPr lang="en-GB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D4895A-5C80-4734-276D-0FCB48F9051D}"/>
              </a:ext>
            </a:extLst>
          </p:cNvPr>
          <p:cNvSpPr txBox="1"/>
          <p:nvPr/>
        </p:nvSpPr>
        <p:spPr>
          <a:xfrm rot="16200000">
            <a:off x="5980538" y="841871"/>
            <a:ext cx="85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BEAT 3</a:t>
            </a:r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C97941-041B-B4DC-F7B5-C4F4ECE15AD2}"/>
              </a:ext>
            </a:extLst>
          </p:cNvPr>
          <p:cNvSpPr txBox="1"/>
          <p:nvPr/>
        </p:nvSpPr>
        <p:spPr>
          <a:xfrm rot="16200000">
            <a:off x="6991686" y="804952"/>
            <a:ext cx="1445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PREDICTED BEAT 4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75B157-E970-76D4-B84C-D02EA12F87ED}"/>
              </a:ext>
            </a:extLst>
          </p:cNvPr>
          <p:cNvSpPr txBox="1"/>
          <p:nvPr/>
        </p:nvSpPr>
        <p:spPr>
          <a:xfrm rot="16200000">
            <a:off x="7447549" y="682739"/>
            <a:ext cx="1201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ACTUAL BEAT 4</a:t>
            </a:r>
            <a:endParaRPr lang="en-GB" sz="12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8F979AC-6706-4061-C6B7-B4DC8DBEEA13}"/>
              </a:ext>
            </a:extLst>
          </p:cNvPr>
          <p:cNvGrpSpPr/>
          <p:nvPr/>
        </p:nvGrpSpPr>
        <p:grpSpPr>
          <a:xfrm>
            <a:off x="3571373" y="1828799"/>
            <a:ext cx="1408697" cy="45719"/>
            <a:chOff x="2099509" y="1828800"/>
            <a:chExt cx="1457827" cy="0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F74BE97-36E1-7733-DA96-8A1D2682117D}"/>
                </a:ext>
              </a:extLst>
            </p:cNvPr>
            <p:cNvCxnSpPr/>
            <p:nvPr/>
          </p:nvCxnSpPr>
          <p:spPr>
            <a:xfrm>
              <a:off x="3070057" y="1828800"/>
              <a:ext cx="4872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53EEB6D-0CCC-E5BD-8B44-537709C9AE7A}"/>
                </a:ext>
              </a:extLst>
            </p:cNvPr>
            <p:cNvCxnSpPr/>
            <p:nvPr/>
          </p:nvCxnSpPr>
          <p:spPr>
            <a:xfrm flipH="1">
              <a:off x="2099509" y="1828800"/>
              <a:ext cx="9705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3A57C4C-98EF-2C48-530C-7290733F959D}"/>
              </a:ext>
            </a:extLst>
          </p:cNvPr>
          <p:cNvGrpSpPr/>
          <p:nvPr/>
        </p:nvGrpSpPr>
        <p:grpSpPr>
          <a:xfrm>
            <a:off x="4990597" y="1828799"/>
            <a:ext cx="1408697" cy="45719"/>
            <a:chOff x="2099509" y="1828800"/>
            <a:chExt cx="1457827" cy="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9517522-FE03-CDF8-7E7F-BC93B067596C}"/>
                </a:ext>
              </a:extLst>
            </p:cNvPr>
            <p:cNvCxnSpPr/>
            <p:nvPr/>
          </p:nvCxnSpPr>
          <p:spPr>
            <a:xfrm>
              <a:off x="3070057" y="1828800"/>
              <a:ext cx="4872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CE02107-360E-BA2C-5FAA-B05EBFF9AEF3}"/>
                </a:ext>
              </a:extLst>
            </p:cNvPr>
            <p:cNvCxnSpPr/>
            <p:nvPr/>
          </p:nvCxnSpPr>
          <p:spPr>
            <a:xfrm flipH="1">
              <a:off x="2099509" y="1828800"/>
              <a:ext cx="9705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3A04994-369B-1248-D848-70CB40CBFDAE}"/>
              </a:ext>
            </a:extLst>
          </p:cNvPr>
          <p:cNvSpPr txBox="1"/>
          <p:nvPr/>
        </p:nvSpPr>
        <p:spPr>
          <a:xfrm>
            <a:off x="2685640" y="14817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</a:t>
            </a: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4BF1A3-3A2F-3A21-702A-779364D5E5B4}"/>
              </a:ext>
            </a:extLst>
          </p:cNvPr>
          <p:cNvSpPr txBox="1"/>
          <p:nvPr/>
        </p:nvSpPr>
        <p:spPr>
          <a:xfrm>
            <a:off x="4083809" y="14817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T2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45DD7C-0467-E889-732A-DDF3001637B7}"/>
              </a:ext>
            </a:extLst>
          </p:cNvPr>
          <p:cNvSpPr txBox="1"/>
          <p:nvPr/>
        </p:nvSpPr>
        <p:spPr>
          <a:xfrm>
            <a:off x="5449912" y="14817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T3</a:t>
            </a:r>
            <a:endParaRPr lang="en-GB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7FC9C30-893A-6BB6-635A-184D5FD8D04A}"/>
              </a:ext>
            </a:extLst>
          </p:cNvPr>
          <p:cNvGrpSpPr/>
          <p:nvPr/>
        </p:nvGrpSpPr>
        <p:grpSpPr>
          <a:xfrm>
            <a:off x="6420351" y="1828799"/>
            <a:ext cx="1408697" cy="45719"/>
            <a:chOff x="2099509" y="1828800"/>
            <a:chExt cx="1457827" cy="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196EC9E-D6D5-3E18-984A-17A2A3BB89DE}"/>
                </a:ext>
              </a:extLst>
            </p:cNvPr>
            <p:cNvCxnSpPr/>
            <p:nvPr/>
          </p:nvCxnSpPr>
          <p:spPr>
            <a:xfrm>
              <a:off x="3070057" y="1828800"/>
              <a:ext cx="4872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0F61DD6-BAC2-A6F5-C3F4-EBC0C436D864}"/>
                </a:ext>
              </a:extLst>
            </p:cNvPr>
            <p:cNvCxnSpPr/>
            <p:nvPr/>
          </p:nvCxnSpPr>
          <p:spPr>
            <a:xfrm flipH="1">
              <a:off x="2099509" y="1828800"/>
              <a:ext cx="9705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236B4C5-4B37-51BA-BAFD-F1860BF7CEAA}"/>
              </a:ext>
            </a:extLst>
          </p:cNvPr>
          <p:cNvSpPr txBox="1"/>
          <p:nvPr/>
        </p:nvSpPr>
        <p:spPr>
          <a:xfrm>
            <a:off x="6914221" y="150174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T4</a:t>
            </a:r>
            <a:endParaRPr lang="en-GB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C11F3A8-F291-E9E1-5FA1-9A2D5E645DF3}"/>
              </a:ext>
            </a:extLst>
          </p:cNvPr>
          <p:cNvGrpSpPr/>
          <p:nvPr/>
        </p:nvGrpSpPr>
        <p:grpSpPr>
          <a:xfrm>
            <a:off x="6420352" y="2155858"/>
            <a:ext cx="1489408" cy="80537"/>
            <a:chOff x="2099509" y="1828800"/>
            <a:chExt cx="1457827" cy="0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DCBEB83-7FD4-67D9-3DB2-82D4CFDDB671}"/>
                </a:ext>
              </a:extLst>
            </p:cNvPr>
            <p:cNvCxnSpPr/>
            <p:nvPr/>
          </p:nvCxnSpPr>
          <p:spPr>
            <a:xfrm>
              <a:off x="3070057" y="1828800"/>
              <a:ext cx="4872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7342DBC-DFF9-9F2B-A3F3-F612A1B975D3}"/>
                </a:ext>
              </a:extLst>
            </p:cNvPr>
            <p:cNvCxnSpPr/>
            <p:nvPr/>
          </p:nvCxnSpPr>
          <p:spPr>
            <a:xfrm flipH="1">
              <a:off x="2099509" y="1828800"/>
              <a:ext cx="9705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6EEE25A-12A0-ADC6-A3B7-2938E9FDC34E}"/>
              </a:ext>
            </a:extLst>
          </p:cNvPr>
          <p:cNvSpPr txBox="1"/>
          <p:nvPr/>
        </p:nvSpPr>
        <p:spPr>
          <a:xfrm>
            <a:off x="6904350" y="183828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T4+X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EE2805-D857-2A85-547F-A760548AC0C4}"/>
              </a:ext>
            </a:extLst>
          </p:cNvPr>
          <p:cNvSpPr txBox="1"/>
          <p:nvPr/>
        </p:nvSpPr>
        <p:spPr>
          <a:xfrm>
            <a:off x="8870385" y="757989"/>
            <a:ext cx="315828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diagram is a guide only. Music is not this regimented. Transients are all over the place.</a:t>
            </a:r>
          </a:p>
          <a:p>
            <a:endParaRPr lang="en-US" dirty="0"/>
          </a:p>
          <a:p>
            <a:r>
              <a:rPr lang="en-US" dirty="0"/>
              <a:t>X is the difference between the predicted timing of the beat and the actual timing of the beat.</a:t>
            </a:r>
          </a:p>
          <a:p>
            <a:endParaRPr lang="en-US" dirty="0"/>
          </a:p>
          <a:p>
            <a:r>
              <a:rPr lang="en-US" dirty="0"/>
              <a:t>The actual beat is the Master and the one that should flash IO48.</a:t>
            </a:r>
          </a:p>
          <a:p>
            <a:endParaRPr lang="en-US" dirty="0"/>
          </a:p>
          <a:p>
            <a:r>
              <a:rPr lang="en-US" dirty="0"/>
              <a:t>T1, T2, T3, T4, and X are used to calculate / fine tune the BPM and keep IO48 flashing only on the beats, not the transients.</a:t>
            </a:r>
            <a:endParaRPr lang="en-GB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4454342-1C12-0FBF-A796-5869B652EF88}"/>
              </a:ext>
            </a:extLst>
          </p:cNvPr>
          <p:cNvCxnSpPr/>
          <p:nvPr/>
        </p:nvCxnSpPr>
        <p:spPr>
          <a:xfrm>
            <a:off x="1215189" y="3844089"/>
            <a:ext cx="75016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7B232A6-5506-3ADF-A927-293168731F8B}"/>
              </a:ext>
            </a:extLst>
          </p:cNvPr>
          <p:cNvCxnSpPr/>
          <p:nvPr/>
        </p:nvCxnSpPr>
        <p:spPr>
          <a:xfrm>
            <a:off x="2099509" y="6491037"/>
            <a:ext cx="59014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B6B567E-218D-3C61-51C6-AEE58AC7511C}"/>
              </a:ext>
            </a:extLst>
          </p:cNvPr>
          <p:cNvSpPr txBox="1"/>
          <p:nvPr/>
        </p:nvSpPr>
        <p:spPr>
          <a:xfrm>
            <a:off x="4277225" y="617584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  <a:endParaRPr lang="en-GB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0D5E8BC-5397-0A8B-8CED-F1EAE9E64B15}"/>
              </a:ext>
            </a:extLst>
          </p:cNvPr>
          <p:cNvCxnSpPr/>
          <p:nvPr/>
        </p:nvCxnSpPr>
        <p:spPr>
          <a:xfrm flipV="1">
            <a:off x="366858" y="2207614"/>
            <a:ext cx="0" cy="1633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4E3B12C-B47E-CF42-61DD-78AE0ACA4A8D}"/>
              </a:ext>
            </a:extLst>
          </p:cNvPr>
          <p:cNvSpPr txBox="1"/>
          <p:nvPr/>
        </p:nvSpPr>
        <p:spPr>
          <a:xfrm rot="16200000">
            <a:off x="-489712" y="3062037"/>
            <a:ext cx="1366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AMPLITUDE</a:t>
            </a:r>
            <a:endParaRPr lang="en-GB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4869873-4D18-B009-A638-996D4842325C}"/>
              </a:ext>
            </a:extLst>
          </p:cNvPr>
          <p:cNvCxnSpPr>
            <a:cxnSpLocks/>
          </p:cNvCxnSpPr>
          <p:nvPr/>
        </p:nvCxnSpPr>
        <p:spPr>
          <a:xfrm>
            <a:off x="1215189" y="2695074"/>
            <a:ext cx="75016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DE29D86-C7E1-DF64-1CBB-26A3BC54A71B}"/>
              </a:ext>
            </a:extLst>
          </p:cNvPr>
          <p:cNvSpPr txBox="1"/>
          <p:nvPr/>
        </p:nvSpPr>
        <p:spPr>
          <a:xfrm>
            <a:off x="565486" y="2414929"/>
            <a:ext cx="1400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BEAT SENISITIVITY</a:t>
            </a:r>
          </a:p>
          <a:p>
            <a:r>
              <a:rPr lang="en-US" sz="1200" dirty="0"/>
              <a:t>LEVEL</a:t>
            </a:r>
            <a:endParaRPr lang="en-GB" sz="12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497C84-BEF3-ACD5-5535-71B154741B9F}"/>
              </a:ext>
            </a:extLst>
          </p:cNvPr>
          <p:cNvSpPr/>
          <p:nvPr/>
        </p:nvSpPr>
        <p:spPr>
          <a:xfrm>
            <a:off x="7205911" y="2482917"/>
            <a:ext cx="292768" cy="270108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BDDD0B7-E81C-2BDF-B2EF-D1CF6699822F}"/>
              </a:ext>
            </a:extLst>
          </p:cNvPr>
          <p:cNvCxnSpPr/>
          <p:nvPr/>
        </p:nvCxnSpPr>
        <p:spPr>
          <a:xfrm flipV="1">
            <a:off x="3549628" y="5196639"/>
            <a:ext cx="0" cy="463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CCC7CB5-99FE-0C87-3BD2-174DE022272A}"/>
              </a:ext>
            </a:extLst>
          </p:cNvPr>
          <p:cNvSpPr txBox="1"/>
          <p:nvPr/>
        </p:nvSpPr>
        <p:spPr>
          <a:xfrm>
            <a:off x="3304881" y="5649828"/>
            <a:ext cx="489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Beat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574854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115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Wills</dc:creator>
  <cp:lastModifiedBy>Mike Wills</cp:lastModifiedBy>
  <cp:revision>5</cp:revision>
  <dcterms:created xsi:type="dcterms:W3CDTF">2026-10-23T16:39:34Z</dcterms:created>
  <dcterms:modified xsi:type="dcterms:W3CDTF">2026-10-23T18:31:40Z</dcterms:modified>
</cp:coreProperties>
</file>